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Overpass Bold" panose="020B0604020202020204" charset="0"/>
      <p:regular r:id="rId13"/>
    </p:embeddedFont>
    <p:embeddedFont>
      <p:font typeface="Overpass Light" panose="020B0604020202020204" charset="0"/>
      <p:regular r:id="rId14"/>
    </p:embeddedFont>
    <p:embeddedFont>
      <p:font typeface="Syne" panose="020B0604020202020204" charset="0"/>
      <p:regular r:id="rId15"/>
    </p:embeddedFont>
    <p:embeddedFont>
      <p:font typeface="Syne 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848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768898"/>
            <a:ext cx="1238318" cy="132000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367300" y="2217539"/>
            <a:ext cx="2245066" cy="287139"/>
          </a:xfrm>
          <a:prstGeom prst="roundRect">
            <a:avLst>
              <a:gd name="adj" fmla="val 22118"/>
            </a:avLst>
          </a:prstGeom>
          <a:solidFill>
            <a:srgbClr val="DDEEE6"/>
          </a:solidFill>
          <a:ln/>
        </p:spPr>
      </p:sp>
      <p:sp>
        <p:nvSpPr>
          <p:cNvPr id="4" name="Text 1"/>
          <p:cNvSpPr/>
          <p:nvPr/>
        </p:nvSpPr>
        <p:spPr>
          <a:xfrm>
            <a:off x="2480704" y="2274193"/>
            <a:ext cx="262784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B.TECH CSE – 3RD SEMESTER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2367300" y="2580283"/>
            <a:ext cx="9169171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IILM UNIVERSITY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2367300" y="3246537"/>
            <a:ext cx="9169171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Frontend Development Internship</a:t>
            </a:r>
            <a:endParaRPr lang="en-US" sz="2950" dirty="0"/>
          </a:p>
        </p:txBody>
      </p:sp>
      <p:sp>
        <p:nvSpPr>
          <p:cNvPr id="7" name="Text 4"/>
          <p:cNvSpPr/>
          <p:nvPr/>
        </p:nvSpPr>
        <p:spPr>
          <a:xfrm>
            <a:off x="2367300" y="3908028"/>
            <a:ext cx="9169171" cy="774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Student:</a:t>
            </a: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Taslim Khan|  </a:t>
            </a:r>
            <a:r>
              <a:rPr lang="en-US" sz="145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Enrollment:</a:t>
            </a: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25SCS1003004521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Organization:</a:t>
            </a: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CodeAlpha  |  </a:t>
            </a:r>
            <a:r>
              <a:rPr lang="en-US" sz="145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Duration:</a:t>
            </a: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1 August – 30 August 2026</a:t>
            </a:r>
            <a:endParaRPr lang="en-US" sz="14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F111B8-788D-8127-60B8-CBBC33598CC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3468" y="6478158"/>
            <a:ext cx="1228531" cy="3051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771922"/>
            <a:ext cx="769521" cy="229691"/>
          </a:xfrm>
          <a:prstGeom prst="roundRect">
            <a:avLst>
              <a:gd name="adj" fmla="val 22120"/>
            </a:avLst>
          </a:prstGeom>
          <a:noFill/>
          <a:ln w="6350">
            <a:solidFill>
              <a:srgbClr val="2244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52159" y="817265"/>
            <a:ext cx="119773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224435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OVERVIEW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61475" y="1049933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Internship Overview</a:t>
            </a:r>
            <a:endParaRPr lang="en-US" sz="2950" dirty="0"/>
          </a:p>
        </p:txBody>
      </p:sp>
      <p:sp>
        <p:nvSpPr>
          <p:cNvPr id="6" name="Shape 3"/>
          <p:cNvSpPr/>
          <p:nvPr/>
        </p:nvSpPr>
        <p:spPr>
          <a:xfrm>
            <a:off x="661475" y="1703784"/>
            <a:ext cx="6296860" cy="1059259"/>
          </a:xfrm>
          <a:prstGeom prst="roundRect">
            <a:avLst>
              <a:gd name="adj" fmla="val 5996"/>
            </a:avLst>
          </a:prstGeom>
          <a:solidFill>
            <a:srgbClr val="DDEEE6"/>
          </a:solidFill>
          <a:ln w="6350">
            <a:solidFill>
              <a:srgbClr val="C3D4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9030" y="1861344"/>
            <a:ext cx="598174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Organization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19030" y="2170113"/>
            <a:ext cx="5981749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CodeAlpha — a virtual internship platform offering hands-on, project-based learning in software development.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61475" y="2883991"/>
            <a:ext cx="6296860" cy="1059259"/>
          </a:xfrm>
          <a:prstGeom prst="roundRect">
            <a:avLst>
              <a:gd name="adj" fmla="val 5996"/>
            </a:avLst>
          </a:prstGeom>
          <a:solidFill>
            <a:srgbClr val="DDEEE6"/>
          </a:solidFill>
          <a:ln w="6350">
            <a:solidFill>
              <a:srgbClr val="C3D4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9030" y="3041551"/>
            <a:ext cx="598174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Domain &amp; Mode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19030" y="3350320"/>
            <a:ext cx="5981749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Frontend Development, delivered fully online with structured, assignment-based project work.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61475" y="4064198"/>
            <a:ext cx="6296860" cy="1059259"/>
          </a:xfrm>
          <a:prstGeom prst="roundRect">
            <a:avLst>
              <a:gd name="adj" fmla="val 5996"/>
            </a:avLst>
          </a:prstGeom>
          <a:solidFill>
            <a:srgbClr val="DDEEE6"/>
          </a:solidFill>
          <a:ln w="6350">
            <a:solidFill>
              <a:srgbClr val="C3D4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9030" y="4221758"/>
            <a:ext cx="598174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Core Technologies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19030" y="4530527"/>
            <a:ext cx="5981749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HTML, CSS, and JavaScript — the foundational stack for building interactive web interfaces.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61475" y="5244405"/>
            <a:ext cx="6296860" cy="841573"/>
          </a:xfrm>
          <a:prstGeom prst="roundRect">
            <a:avLst>
              <a:gd name="adj" fmla="val 7547"/>
            </a:avLst>
          </a:prstGeom>
          <a:solidFill>
            <a:srgbClr val="DDEEE6"/>
          </a:solidFill>
          <a:ln w="6350">
            <a:solidFill>
              <a:srgbClr val="C3D4C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9030" y="5401965"/>
            <a:ext cx="598174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Duration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819030" y="5710734"/>
            <a:ext cx="5981749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1 July 2026 to 30 July 2026 — one month of focused, practical frontend development.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42541"/>
            <a:ext cx="821709" cy="215305"/>
          </a:xfrm>
          <a:prstGeom prst="roundRect">
            <a:avLst>
              <a:gd name="adj" fmla="val 22123"/>
            </a:avLst>
          </a:prstGeom>
          <a:noFill/>
          <a:ln w="6350">
            <a:solidFill>
              <a:srgbClr val="2244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6503" y="685006"/>
            <a:ext cx="126123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24435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OBJECTIVES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900311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Internship Objectives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9419" y="2383532"/>
            <a:ext cx="5207663" cy="2951063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0325" y="1626691"/>
            <a:ext cx="212620" cy="2126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17806" y="1622326"/>
            <a:ext cx="31186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Apply Frontend Concepts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8417806" y="1950045"/>
            <a:ext cx="311866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Translate theoretical knowledge into real, working web projects.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0325" y="2563912"/>
            <a:ext cx="212620" cy="21262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417806" y="2559546"/>
            <a:ext cx="31186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Build Structured Interfaces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8417806" y="2887266"/>
            <a:ext cx="311866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Design visually organized and semantically correct web layouts.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0325" y="3501132"/>
            <a:ext cx="212620" cy="21262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417806" y="3496766"/>
            <a:ext cx="31186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Implement Interactivity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8417806" y="3824486"/>
            <a:ext cx="311866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Use JavaScript to handle user input and dynamic behavior.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0325" y="4438352"/>
            <a:ext cx="212620" cy="21262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417806" y="4433987"/>
            <a:ext cx="31186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Test &amp; Debug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8417806" y="4761706"/>
            <a:ext cx="311866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Practice browser-based testing, debugging, and iterative refinement.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0325" y="5375573"/>
            <a:ext cx="212620" cy="21262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417806" y="5371207"/>
            <a:ext cx="31186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Use GitHub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8417806" y="5698927"/>
            <a:ext cx="311866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Maintain versioned source code and present projects professionally.</a:t>
            </a:r>
            <a:endParaRPr lang="en-US" sz="11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95BF533-1C64-5D6B-0E61-227B2436FB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8331" y="6552802"/>
            <a:ext cx="1503669" cy="3081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42566"/>
            <a:ext cx="1076695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2244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899220"/>
            <a:ext cx="145947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24435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TECH STACK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2053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Technologies &amp; Tools</a:t>
            </a:r>
            <a:endParaRPr lang="en-US" sz="3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79427"/>
            <a:ext cx="378014" cy="3780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269369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HTML5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61475" y="3102372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Semantic page structure, content organization, and accessibility-ready markup.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079427"/>
            <a:ext cx="378014" cy="37802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63135" y="269369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CSS3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363135" y="3102372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Responsive layouts, typography, color schemes, and visual polish.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2079427"/>
            <a:ext cx="378014" cy="37802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64794" y="269369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JavaScript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8064794" y="3102372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Event handling, DOM manipulation, and client-side application logic.</a:t>
            </a:r>
            <a:endParaRPr lang="en-US" sz="14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387652"/>
            <a:ext cx="378014" cy="37802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61475" y="5001915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GitHub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661475" y="5410597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Version control, source-code hosting, and project presentation.</a:t>
            </a:r>
            <a:endParaRPr lang="en-US" sz="14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63135" y="4387652"/>
            <a:ext cx="378014" cy="37802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363135" y="5001915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VS Code / Browser</a:t>
            </a:r>
            <a:endParaRPr lang="en-US" sz="1850" dirty="0"/>
          </a:p>
        </p:txBody>
      </p:sp>
      <p:sp>
        <p:nvSpPr>
          <p:cNvPr id="19" name="Text 12"/>
          <p:cNvSpPr/>
          <p:nvPr/>
        </p:nvSpPr>
        <p:spPr>
          <a:xfrm>
            <a:off x="4363135" y="5410597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Primary development environment and live testing platform.</a:t>
            </a:r>
            <a:endParaRPr lang="en-US" sz="14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CEC22E1-08EC-68FF-E039-3C50B9DC9B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56777" y="6571464"/>
            <a:ext cx="1135224" cy="2326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2570"/>
            <a:ext cx="813871" cy="243979"/>
          </a:xfrm>
          <a:prstGeom prst="roundRect">
            <a:avLst>
              <a:gd name="adj" fmla="val 22126"/>
            </a:avLst>
          </a:prstGeom>
          <a:solidFill>
            <a:srgbClr val="DDEEE6"/>
          </a:solidFill>
          <a:ln/>
        </p:spPr>
      </p:sp>
      <p:sp>
        <p:nvSpPr>
          <p:cNvPr id="3" name="Text 1"/>
          <p:cNvSpPr/>
          <p:nvPr/>
        </p:nvSpPr>
        <p:spPr>
          <a:xfrm>
            <a:off x="757814" y="610691"/>
            <a:ext cx="1230778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PROJECT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61120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Personal Portfolio Website</a:t>
            </a:r>
            <a:endParaRPr lang="en-US" sz="3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070" y="1721545"/>
            <a:ext cx="5888287" cy="33367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87207" y="2914452"/>
            <a:ext cx="3549264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 single-page responsive portfolio showcasing the developer's skills, projects, and contact information — built entirely with HTML, CSS, and JavaScript.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61475" y="5365452"/>
            <a:ext cx="3531901" cy="929977"/>
          </a:xfrm>
          <a:prstGeom prst="roundRect">
            <a:avLst>
              <a:gd name="adj" fmla="val 7256"/>
            </a:avLst>
          </a:prstGeom>
          <a:solidFill>
            <a:srgbClr val="FFFDE6"/>
          </a:solidFill>
          <a:ln w="19050">
            <a:solidFill>
              <a:srgbClr val="C3D4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156" y="5545138"/>
            <a:ext cx="3172539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Sections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41156" y="5878016"/>
            <a:ext cx="3172539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Header, About, Skills, Projects, Contact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29897" y="5365452"/>
            <a:ext cx="3531901" cy="929977"/>
          </a:xfrm>
          <a:prstGeom prst="roundRect">
            <a:avLst>
              <a:gd name="adj" fmla="val 7256"/>
            </a:avLst>
          </a:prstGeom>
          <a:solidFill>
            <a:srgbClr val="FFFDE6"/>
          </a:solidFill>
          <a:ln w="19050">
            <a:solidFill>
              <a:srgbClr val="C3D4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09578" y="5545138"/>
            <a:ext cx="3172539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Files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4509578" y="5878016"/>
            <a:ext cx="3172539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index.html, style.css, script.js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998319" y="5365452"/>
            <a:ext cx="3531901" cy="929977"/>
          </a:xfrm>
          <a:prstGeom prst="roundRect">
            <a:avLst>
              <a:gd name="adj" fmla="val 7256"/>
            </a:avLst>
          </a:prstGeom>
          <a:solidFill>
            <a:srgbClr val="FFFDE6"/>
          </a:solidFill>
          <a:ln w="19050">
            <a:solidFill>
              <a:srgbClr val="C3D4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78000" y="5545138"/>
            <a:ext cx="3172539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Repo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178000" y="5878016"/>
            <a:ext cx="3172539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rakesh25scs/CodeAlpha-Portfolio</a:t>
            </a:r>
            <a:endParaRPr lang="en-US" sz="12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501B611-A7DF-ED60-C56A-C51F9C668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4159" y="6442458"/>
            <a:ext cx="2027841" cy="4155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428055"/>
            <a:ext cx="1839866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2244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484709"/>
            <a:ext cx="222264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24435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PROJECT 1 — FEATURES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79079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Portfolio — Key Features</a:t>
            </a:r>
            <a:endParaRPr lang="en-US" sz="3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664916"/>
            <a:ext cx="1473163" cy="91043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3811588"/>
            <a:ext cx="2539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Sticky Navigation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61475" y="4220270"/>
            <a:ext cx="25399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Persistent header with smooth-scrolling section links for easy navigation.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2664916"/>
            <a:ext cx="1473163" cy="91043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37645" y="3811588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Hero Section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3437645" y="4220270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Introductory banner presenting the developer's name, role, and tagline.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2664916"/>
            <a:ext cx="1473163" cy="91043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13915" y="3811588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Skills &amp; Projects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6213915" y="4220270"/>
            <a:ext cx="254003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Displays HTML, CSS, JavaScript, Java, and C++ alongside the calculator project.</a:t>
            </a:r>
            <a:endParaRPr lang="en-US" sz="14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2664916"/>
            <a:ext cx="1473163" cy="91043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990184" y="3811588"/>
            <a:ext cx="25400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Contact &amp; Responsive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8990184" y="4515545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Email and phone details with layout adjustments for smaller screens.</a:t>
            </a:r>
            <a:endParaRPr lang="en-US" sz="14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F527A47-66E4-6F01-D3EE-0B62401607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60112" y="6291545"/>
            <a:ext cx="2331888" cy="4778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57324"/>
            <a:ext cx="796012" cy="229691"/>
          </a:xfrm>
          <a:prstGeom prst="roundRect">
            <a:avLst>
              <a:gd name="adj" fmla="val 22120"/>
            </a:avLst>
          </a:prstGeom>
          <a:solidFill>
            <a:srgbClr val="DDEEE6"/>
          </a:solidFill>
          <a:ln/>
        </p:spPr>
      </p:sp>
      <p:sp>
        <p:nvSpPr>
          <p:cNvPr id="3" name="Text 1"/>
          <p:cNvSpPr/>
          <p:nvPr/>
        </p:nvSpPr>
        <p:spPr>
          <a:xfrm>
            <a:off x="752159" y="702667"/>
            <a:ext cx="122423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PROJECT 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935335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Web Calculator</a:t>
            </a:r>
            <a:endParaRPr lang="en-US" sz="2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997" y="1725216"/>
            <a:ext cx="5548372" cy="31441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72226" y="2970709"/>
            <a:ext cx="3564245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 fully functional browser-based calculator built with HTML, CSS, and JavaScript — featuring a clean four-column button grid and real-time input display.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61475" y="5141416"/>
            <a:ext cx="2626453" cy="1059259"/>
          </a:xfrm>
          <a:prstGeom prst="roundRect">
            <a:avLst>
              <a:gd name="adj" fmla="val 5996"/>
            </a:avLst>
          </a:prstGeom>
          <a:solidFill>
            <a:srgbClr val="DDEEE6"/>
          </a:solidFill>
          <a:ln w="6350">
            <a:solidFill>
              <a:srgbClr val="C3D4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9030" y="5298976"/>
            <a:ext cx="231134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Operations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19030" y="5607745"/>
            <a:ext cx="2311342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+ − × ÷ % and decimal input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08873" y="5141416"/>
            <a:ext cx="2626453" cy="1059259"/>
          </a:xfrm>
          <a:prstGeom prst="roundRect">
            <a:avLst>
              <a:gd name="adj" fmla="val 5996"/>
            </a:avLst>
          </a:prstGeom>
          <a:solidFill>
            <a:srgbClr val="DDEEE6"/>
          </a:solidFill>
          <a:ln w="6350">
            <a:solidFill>
              <a:srgbClr val="C3D4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66428" y="5298976"/>
            <a:ext cx="231134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Controls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3566428" y="5607745"/>
            <a:ext cx="2311342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Clear (C) and Delete (⌫) buttons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156270" y="5141416"/>
            <a:ext cx="2626453" cy="1059259"/>
          </a:xfrm>
          <a:prstGeom prst="roundRect">
            <a:avLst>
              <a:gd name="adj" fmla="val 5996"/>
            </a:avLst>
          </a:prstGeom>
          <a:solidFill>
            <a:srgbClr val="DDEEE6"/>
          </a:solidFill>
          <a:ln w="6350">
            <a:solidFill>
              <a:srgbClr val="C3D4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13826" y="5298976"/>
            <a:ext cx="231134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Interface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313826" y="5607745"/>
            <a:ext cx="2311342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4-column button grid layout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9061223" y="5298976"/>
            <a:ext cx="231144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9061223" y="5607745"/>
            <a:ext cx="231144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endParaRPr lang="en-US" sz="11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E7E32C6-151B-25CD-FA7A-8149FF9C90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584" y="6358235"/>
            <a:ext cx="2305698" cy="472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2805"/>
            <a:ext cx="1076893" cy="236438"/>
          </a:xfrm>
          <a:prstGeom prst="roundRect">
            <a:avLst>
              <a:gd name="adj" fmla="val 22119"/>
            </a:avLst>
          </a:prstGeom>
          <a:noFill/>
          <a:ln w="6350">
            <a:solidFill>
              <a:srgbClr val="2244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4837" y="579438"/>
            <a:ext cx="1499753" cy="143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224435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820440"/>
            <a:ext cx="10868745" cy="486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System Architecture</a:t>
            </a:r>
            <a:endParaRPr lang="en-US" sz="3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636" y="1498997"/>
            <a:ext cx="9238424" cy="42280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43810" y="2053038"/>
            <a:ext cx="2064771" cy="25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JavaScript &amp; DOM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43810" y="2381161"/>
            <a:ext cx="2252529" cy="372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Behavior and rendering: events, DOM execution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722373" y="3442738"/>
            <a:ext cx="2043626" cy="25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CSS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95125" y="3770861"/>
            <a:ext cx="2070874" cy="372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5000"/>
              </a:lnSpc>
              <a:buNone/>
            </a:pPr>
            <a:r>
              <a:rPr lang="en-US" sz="12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Presentation: layout, colors, responsive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43810" y="4160296"/>
            <a:ext cx="2043626" cy="25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HTML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43810" y="4488419"/>
            <a:ext cx="2252529" cy="372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Structure: sections, controls, content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61475" y="5871170"/>
            <a:ext cx="10868745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Each layer plays a distinct role: HTML defines structure, CSS controls presentation, JavaScript drives behavior, and the browser's DOM ties everything together for the end user.</a:t>
            </a:r>
            <a:endParaRPr lang="en-US" sz="1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DC1E64A-65AE-4523-8590-91FAFD2401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859" y="6420880"/>
            <a:ext cx="2133141" cy="437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9431"/>
            <a:ext cx="1333070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2244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586085"/>
            <a:ext cx="171584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24435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METHODOLOGY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89217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Development Methodology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176629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3B4E4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01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2062163"/>
            <a:ext cx="5339820" cy="25400"/>
          </a:xfrm>
          <a:prstGeom prst="rect">
            <a:avLst/>
          </a:prstGeom>
          <a:solidFill>
            <a:srgbClr val="224435"/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2207419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Requirement Analysis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61475" y="2616101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Define project scope, features, and user expectations.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190301" y="176629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3B4E4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02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190301" y="2062163"/>
            <a:ext cx="5339919" cy="25400"/>
          </a:xfrm>
          <a:prstGeom prst="rect">
            <a:avLst/>
          </a:prstGeom>
          <a:solidFill>
            <a:srgbClr val="224435"/>
          </a:solidFill>
          <a:ln/>
        </p:spPr>
      </p:sp>
      <p:sp>
        <p:nvSpPr>
          <p:cNvPr id="11" name="Text 9"/>
          <p:cNvSpPr/>
          <p:nvPr/>
        </p:nvSpPr>
        <p:spPr>
          <a:xfrm>
            <a:off x="6190301" y="2207419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Interface &amp; Layout Design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6190301" y="2616101"/>
            <a:ext cx="53399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Plan visual structure, navigation flow, and responsive breakpoints.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61475" y="3551634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3B4E4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03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61475" y="3847505"/>
            <a:ext cx="5339820" cy="25400"/>
          </a:xfrm>
          <a:prstGeom prst="rect">
            <a:avLst/>
          </a:prstGeom>
          <a:solidFill>
            <a:srgbClr val="224435"/>
          </a:solidFill>
          <a:ln/>
        </p:spPr>
      </p:sp>
      <p:sp>
        <p:nvSpPr>
          <p:cNvPr id="15" name="Text 13"/>
          <p:cNvSpPr/>
          <p:nvPr/>
        </p:nvSpPr>
        <p:spPr>
          <a:xfrm>
            <a:off x="661475" y="3992761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HTML / CSS / JS Implementation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661475" y="4401443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Write semantic markup, apply styles, and add interactivity.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190301" y="3551634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3B4E4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04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190301" y="3847505"/>
            <a:ext cx="5339919" cy="25400"/>
          </a:xfrm>
          <a:prstGeom prst="rect">
            <a:avLst/>
          </a:prstGeom>
          <a:solidFill>
            <a:srgbClr val="224435"/>
          </a:solidFill>
          <a:ln/>
        </p:spPr>
      </p:sp>
      <p:sp>
        <p:nvSpPr>
          <p:cNvPr id="19" name="Text 17"/>
          <p:cNvSpPr/>
          <p:nvPr/>
        </p:nvSpPr>
        <p:spPr>
          <a:xfrm>
            <a:off x="6190301" y="3992761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Browser Testing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6190301" y="4401443"/>
            <a:ext cx="53399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Validate functionality and layout across screen sizes.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61475" y="5034558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3B4E4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05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475" y="5330428"/>
            <a:ext cx="5339820" cy="25400"/>
          </a:xfrm>
          <a:prstGeom prst="rect">
            <a:avLst/>
          </a:prstGeom>
          <a:solidFill>
            <a:srgbClr val="224435"/>
          </a:solidFill>
          <a:ln/>
        </p:spPr>
      </p:sp>
      <p:sp>
        <p:nvSpPr>
          <p:cNvPr id="23" name="Text 21"/>
          <p:cNvSpPr/>
          <p:nvPr/>
        </p:nvSpPr>
        <p:spPr>
          <a:xfrm>
            <a:off x="661475" y="5475684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Debugging &amp; Refinement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661475" y="5884366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Identify and fix errors, then polish the user experience.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190301" y="5034558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3B4E4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06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190301" y="5330428"/>
            <a:ext cx="5339919" cy="25400"/>
          </a:xfrm>
          <a:prstGeom prst="rect">
            <a:avLst/>
          </a:prstGeom>
          <a:solidFill>
            <a:srgbClr val="224435"/>
          </a:solidFill>
          <a:ln/>
        </p:spPr>
      </p:sp>
      <p:sp>
        <p:nvSpPr>
          <p:cNvPr id="27" name="Text 25"/>
          <p:cNvSpPr/>
          <p:nvPr/>
        </p:nvSpPr>
        <p:spPr>
          <a:xfrm>
            <a:off x="6190301" y="5475684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GitHub Publication</a:t>
            </a:r>
            <a:endParaRPr lang="en-US" sz="1850" dirty="0"/>
          </a:p>
        </p:txBody>
      </p:sp>
      <p:sp>
        <p:nvSpPr>
          <p:cNvPr id="28" name="Text 26"/>
          <p:cNvSpPr/>
          <p:nvPr/>
        </p:nvSpPr>
        <p:spPr>
          <a:xfrm>
            <a:off x="6190301" y="5884366"/>
            <a:ext cx="53399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Commit code, write documentation, and publish the repository.</a:t>
            </a:r>
            <a:endParaRPr lang="en-US" sz="14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087D516-F986-AF58-03BE-B6ED0CE1F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9639" y="6214422"/>
            <a:ext cx="2882361" cy="5906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564852"/>
            <a:ext cx="766247" cy="215305"/>
          </a:xfrm>
          <a:prstGeom prst="roundRect">
            <a:avLst>
              <a:gd name="adj" fmla="val 22123"/>
            </a:avLst>
          </a:prstGeom>
          <a:noFill/>
          <a:ln w="6350">
            <a:solidFill>
              <a:srgbClr val="2244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46503" y="607318"/>
            <a:ext cx="120577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24435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OUTCOMES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61475" y="822623"/>
            <a:ext cx="6296860" cy="886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Learning Outcomes &amp; Conclusion</a:t>
            </a:r>
            <a:endParaRPr lang="en-US" sz="2750" dirty="0"/>
          </a:p>
        </p:txBody>
      </p:sp>
      <p:sp>
        <p:nvSpPr>
          <p:cNvPr id="6" name="Shape 3"/>
          <p:cNvSpPr/>
          <p:nvPr/>
        </p:nvSpPr>
        <p:spPr>
          <a:xfrm>
            <a:off x="661475" y="1868091"/>
            <a:ext cx="6296860" cy="779661"/>
          </a:xfrm>
          <a:prstGeom prst="roundRect">
            <a:avLst>
              <a:gd name="adj" fmla="val 7637"/>
            </a:avLst>
          </a:prstGeom>
          <a:solidFill>
            <a:srgbClr val="DDEEE6"/>
          </a:solidFill>
          <a:ln w="6350">
            <a:solidFill>
              <a:srgbClr val="C3D4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9506" y="2016125"/>
            <a:ext cx="6000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HTML &amp; CSS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9506" y="2301280"/>
            <a:ext cx="6000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Stronger grasp of semantic structure, responsive layouts, and visual styling.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61475" y="2754015"/>
            <a:ext cx="6296860" cy="779661"/>
          </a:xfrm>
          <a:prstGeom prst="roundRect">
            <a:avLst>
              <a:gd name="adj" fmla="val 7637"/>
            </a:avLst>
          </a:prstGeom>
          <a:solidFill>
            <a:srgbClr val="DDEEE6"/>
          </a:solidFill>
          <a:ln w="6350">
            <a:solidFill>
              <a:srgbClr val="C3D4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9506" y="2902049"/>
            <a:ext cx="6000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JavaScript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09506" y="3187204"/>
            <a:ext cx="6000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Practical experience with DOM events, input handling, and application logic.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61475" y="3639939"/>
            <a:ext cx="6296860" cy="779661"/>
          </a:xfrm>
          <a:prstGeom prst="roundRect">
            <a:avLst>
              <a:gd name="adj" fmla="val 7637"/>
            </a:avLst>
          </a:prstGeom>
          <a:solidFill>
            <a:srgbClr val="DDEEE6"/>
          </a:solidFill>
          <a:ln w="6350">
            <a:solidFill>
              <a:srgbClr val="C3D4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9506" y="3787973"/>
            <a:ext cx="6000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Debugging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09506" y="4073128"/>
            <a:ext cx="6000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Improved problem-solving through iterative browser-based testing.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61475" y="4525863"/>
            <a:ext cx="6296860" cy="779661"/>
          </a:xfrm>
          <a:prstGeom prst="roundRect">
            <a:avLst>
              <a:gd name="adj" fmla="val 7637"/>
            </a:avLst>
          </a:prstGeom>
          <a:solidFill>
            <a:srgbClr val="DDEEE6"/>
          </a:solidFill>
          <a:ln w="6350">
            <a:solidFill>
              <a:srgbClr val="C3D4C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9506" y="4673898"/>
            <a:ext cx="6000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GitHub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09506" y="4959052"/>
            <a:ext cx="6000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Version-controlled project presentation and professional code hosting.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61475" y="5425083"/>
            <a:ext cx="6296860" cy="868065"/>
          </a:xfrm>
          <a:prstGeom prst="roundRect">
            <a:avLst>
              <a:gd name="adj" fmla="val 6859"/>
            </a:avLst>
          </a:prstGeom>
          <a:solidFill>
            <a:srgbClr val="B6FCB8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156" y="5582444"/>
            <a:ext cx="177200" cy="1416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122037" y="5566767"/>
            <a:ext cx="5694617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This one-month virtual internship at CodeAlpha provided hands-on experience in frontend development. Building a portfolio website and a calculator strengthened skills in HTML, CSS, and JavaScript while introducing professional workflows with GitHub.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659</Words>
  <Application>Microsoft Office PowerPoint</Application>
  <PresentationFormat>Widescreen</PresentationFormat>
  <Paragraphs>117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Overpass Light</vt:lpstr>
      <vt:lpstr>Syne Bold</vt:lpstr>
      <vt:lpstr>Syne</vt:lpstr>
      <vt:lpstr>Arial</vt:lpstr>
      <vt:lpstr>Overpass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Rakesh Yadav</dc:creator>
  <cp:lastModifiedBy>Rakesh Yadav</cp:lastModifiedBy>
  <cp:revision>3</cp:revision>
  <dcterms:created xsi:type="dcterms:W3CDTF">2026-08-30T18:17:02Z</dcterms:created>
  <dcterms:modified xsi:type="dcterms:W3CDTF">2026-09-10T15:29:23Z</dcterms:modified>
</cp:coreProperties>
</file>